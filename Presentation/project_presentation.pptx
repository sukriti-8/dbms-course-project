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Design and Implementation of a DBMS for Airline Reservation &amp; Flight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Team Members &amp; Role Allocation:</a:t>
            </a:r>
            <a:br/>
            <a:br/>
            <a:r>
              <a:t>• Mithila — Streamlit UI Development, Testing Suite &amp; Presentation</a:t>
            </a:r>
            <a:br/>
            <a:r>
              <a:t>• Sukriti — Database Schema Architecture &amp; ER Diagram</a:t>
            </a:r>
            <a:br/>
            <a:r>
              <a:t>• Hrishika — Python Backend Logic &amp; MySQL Connector Infrastructure</a:t>
            </a:r>
            <a:br/>
            <a:br/>
            <a:r>
              <a:t>Course Project | DBMS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Traditional airline operational workflows face significant operational friction:</a:t>
            </a:r>
            <a:br/>
            <a:br/>
            <a:r>
              <a:t>1. Disconnected Data Silos: Passenger profiles, flight schedules, seat allocations, and payment receipts managed separately.</a:t>
            </a:r>
            <a:br/>
            <a:r>
              <a:t>2. Data Inconsistency &amp; Redundancy: Risk of overbooking flights and missing transaction verification.</a:t>
            </a:r>
            <a:br/>
            <a:r>
              <a:t>3. Lack of Real-time Visibility: Inability for flight managers to view live metrics on reservations and seat availability.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Key goals of the Airline Management System:</a:t>
            </a:r>
            <a:br/>
            <a:br/>
            <a:r>
              <a:t>• Centralized Data Repository: Unified MySQL relational database storing all core entities.</a:t>
            </a:r>
            <a:br/>
            <a:r>
              <a:t>• ACID-Compliant Transactions: Guarantee transaction integrity for flight bookings and payments.</a:t>
            </a:r>
            <a:br/>
            <a:r>
              <a:t>• User-Friendly Streamlit Dashboard: Intuitive interactive UI built with Python.</a:t>
            </a:r>
            <a:br/>
            <a:r>
              <a:t>• Robust CRUD Operations: Seamless addition, updating, viewing, and deletion of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Scope &amp; Target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System Scope &amp; Key User Roles:</a:t>
            </a:r>
            <a:br/>
            <a:br/>
            <a:r>
              <a:t>• Airline System Administrators: Fleet configuration (Aircraft, Seats), Airport routing.</a:t>
            </a:r>
            <a:br/>
            <a:r>
              <a:t>• Reservation Desk Staff: Passenger registration, ticket booking, reservation status updates.</a:t>
            </a:r>
            <a:br/>
            <a:r>
              <a:t>• Financial Operations Officers: Payment recording (UPI, Card, Net Banking) and revenue reconciliation.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Entity Relationship (ER)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Comprehensive ER Diagram conceptualizing entity interactions:</a:t>
            </a:r>
            <a:br/>
            <a:br/>
            <a:r>
              <a:t>• Entities: Passenger, Airport, Aircraft, Flight, Seat, Reservation, Payment.</a:t>
            </a:r>
            <a:br/>
            <a:r>
              <a:t>• Key Mappings:</a:t>
            </a:r>
            <a:br/>
            <a:r>
              <a:t>  - Passenger (1) ──&lt; Booking &gt;── (N) Reservation</a:t>
            </a:r>
            <a:br/>
            <a:r>
              <a:t>  - Flight (1) ──&lt; Associated With &gt;── (N) Reservation</a:t>
            </a:r>
            <a:br/>
            <a:r>
              <a:t>  - Reservation (1) ──&lt; Settles &gt;── (1) Payment [UNIQUE Constraint]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Database Relational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Core Tables and Schemas:</a:t>
            </a:r>
            <a:br/>
            <a:br/>
            <a:r>
              <a:t>• Passenger(passenger_id PK, name, email UNIQUE, phone, passport_no UNIQUE)</a:t>
            </a:r>
            <a:br/>
            <a:r>
              <a:t>• Airport(airport_id PK, airport_code UNIQUE, airport_name, city, country)</a:t>
            </a:r>
            <a:br/>
            <a:r>
              <a:t>• Aircraft(aircraft_id PK, aircraft_model, capacity CHECK&gt;0)</a:t>
            </a:r>
            <a:br/>
            <a:r>
              <a:t>• Flight(flight_id PK, flight_number UNIQUE, aircraft_id FK, departure_airport_id FK, arrival_airport_id FK, departure_datetime, arrival_datetime, status, base_fare CHECK&gt;=0)</a:t>
            </a:r>
            <a:br/>
            <a:r>
              <a:t>• Seat(seat_id PK, aircraft_id FK, seat_number, seat_class, UNIQUE(aircraft_id, seat_number))</a:t>
            </a:r>
            <a:br/>
            <a:r>
              <a:t>• Reservation(reservation_id PK, passenger_id FK, flight_id FK, booking_date, reservation_status)</a:t>
            </a:r>
            <a:br/>
            <a:r>
              <a:t>• Payment(payment_id PK, reservation_id FK UNIQUE, amount CHECK&gt;=0, payment_method, payment_status, payment_date)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Relationships &amp; Cardinalities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Relational Multiplicities &amp; Business Rules:</a:t>
            </a:r>
            <a:br/>
            <a:br/>
            <a:r>
              <a:t>• Passenger ➔ Reservation: 1 to N (A passenger can create multiple flight bookings).</a:t>
            </a:r>
            <a:br/>
            <a:r>
              <a:t>• Flight ➔ Reservation: 1 to N (A flight accommodates multiple passenger reservations).</a:t>
            </a:r>
            <a:br/>
            <a:r>
              <a:t>• Aircraft ➔ Flight: 1 to N (An aircraft performs multiple scheduled flight legs).</a:t>
            </a:r>
            <a:br/>
            <a:r>
              <a:t>• Reservation ➔ Payment: 1 to 1 (Enforced via UNIQUE constraint on Payment.reservation_id).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Normalization Analysis (3NF)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Verification of Third Normal Form (3NF):</a:t>
            </a:r>
            <a:br/>
            <a:br/>
            <a:r>
              <a:t>• 1NF: All attributes contain atomic values; composite/multivalued attributes decomposed.</a:t>
            </a:r>
            <a:br/>
            <a:r>
              <a:t>• 2NF: All non-key attributes fully functionally dependent on primary keys.</a:t>
            </a:r>
            <a:br/>
            <a:r>
              <a:t>• 3NF: No transitive dependencies exist (e.g. Airport details referenced via Foreign Key airport_id rather than embedded in Flight).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SQL Schema Constraints &amp; Integrity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Integrity Rules Enforced in DDL:</a:t>
            </a:r>
            <a:br/>
            <a:br/>
            <a:r>
              <a:t>• PRIMARY KEY: Auto-incrementing integer IDs across all entities.</a:t>
            </a:r>
            <a:br/>
            <a:r>
              <a:t>• FOREIGN KEY: Referential integrity enforced across Flight, Reservation, and Payment tables.</a:t>
            </a:r>
            <a:br/>
            <a:r>
              <a:t>• UNIQUE: Prevents duplicate emails, passport numbers, flight numbers, and duplicate payments for a reservation.</a:t>
            </a:r>
            <a:br/>
            <a:r>
              <a:t>• CHECK Constraints: base_fare &gt;= 0, capacity &gt; 0, arrival_datetime &gt; departure_datetime.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Key SQL Queries &amp;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Implementation of Essential Database Operations:</a:t>
            </a:r>
            <a:br/>
            <a:br/>
            <a:r>
              <a:t>• Complex Join Queries: Flight schedule retrieval with departure/arrival airport codes.</a:t>
            </a:r>
            <a:br/>
            <a:r>
              <a:t>• Aggregations: Grouping payments by method (UPI, Card, Net Banking) via SUM() and COUNT().</a:t>
            </a:r>
            <a:br/>
            <a:r>
              <a:t>• Conditional Filters: Querying flights by price ranking and confirmed booking status.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Streamlit User Interface (Mithila UI)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Interactive Desktop Web Application Features:</a:t>
            </a:r>
            <a:br/>
            <a:br/>
            <a:r>
              <a:t>• Modern Glassmorphism Styling: Custom CSS with metric card counters.</a:t>
            </a:r>
            <a:br/>
            <a:r>
              <a:t>• Modular Navigation Sidebar: Dashboard, Passengers, Flights, Reservations, Payments.</a:t>
            </a:r>
            <a:br/>
            <a:r>
              <a:t>• Foreign-Key Dropdowns: Intuitive entity selection replacing raw database IDs.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System Architecture &amp; Connectivity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3-Tier Decoupled Architecture:</a:t>
            </a:r>
            <a:br/>
            <a:br/>
            <a:r>
              <a:t>┌────────────────────────┐</a:t>
            </a:r>
            <a:br/>
            <a:r>
              <a:t>│ Streamlit Presentation │  (Mithila UI)</a:t>
            </a:r>
            <a:br/>
            <a:r>
              <a:t>└───────────┬────────────┘</a:t>
            </a:r>
            <a:br/>
            <a:r>
              <a:t>            ↓</a:t>
            </a:r>
            <a:br/>
            <a:r>
              <a:t>┌────────────────────────┐</a:t>
            </a:r>
            <a:br/>
            <a:r>
              <a:t>│ Python Backend Service │  (Hrishika Backend)</a:t>
            </a:r>
            <a:br/>
            <a:r>
              <a:t>└───────────┬────────────┘</a:t>
            </a:r>
            <a:br/>
            <a:r>
              <a:t>            ↓</a:t>
            </a:r>
            <a:br/>
            <a:r>
              <a:t>┌────────────────────────┐</a:t>
            </a:r>
            <a:br/>
            <a:r>
              <a:t>│ MySQL Relational DB    │  (Sukriti Database)</a:t>
            </a:r>
            <a:br/>
            <a:r>
              <a:t>└────────────────────────┘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Live Demonstration &amp; Database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End-to-End Data Persistence Verification:</a:t>
            </a:r>
            <a:br/>
            <a:br/>
            <a:r>
              <a:t>1. UI Passenger Registration ➔ Calls Hrishika Backend ➔ MySQL INSERT ➔ Streamlit Refresh.</a:t>
            </a:r>
            <a:br/>
            <a:r>
              <a:t>2. MySQL Workbench Verification: SELECT * FROM Passenger reflects new record immediately.</a:t>
            </a:r>
            <a:br/>
            <a:r>
              <a:t>3. UI Record Deletion ➔ MySQL DELETE executed ➔ UI state updated in real-time.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Project Summary &amp; Future Roadmap:</a:t>
            </a:r>
            <a:br/>
            <a:br/>
            <a:r>
              <a:t>• Conclusion: Successfully engineered a robust, normalized, 3-tier DBMS for airline operations.</a:t>
            </a:r>
            <a:br/>
            <a:r>
              <a:t>• Future Enhancements:</a:t>
            </a:r>
            <a:br/>
            <a:r>
              <a:t>  - Automated Email E-Ticket Generation (PDF Attachment).</a:t>
            </a:r>
            <a:br/>
            <a:r>
              <a:t>  - Interactive Seat Map Selection UI for passengers.</a:t>
            </a:r>
            <a:br/>
            <a:r>
              <a:t>  - Role-Based Access Control (RBAC) authentication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